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9144000"/>
  <p:notesSz cx="6858000" cy="9144000"/>
  <p:embeddedFontLst>
    <p:embeddedFont>
      <p:font typeface="Century Gothic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CenturyGothic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CenturyGothic-italic.fntdata"/><Relationship Id="rId25" Type="http://schemas.openxmlformats.org/officeDocument/2006/relationships/font" Target="fonts/CenturyGothic-bold.fntdata"/><Relationship Id="rId27" Type="http://schemas.openxmlformats.org/officeDocument/2006/relationships/font" Target="fonts/CenturyGothic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9e1948b2b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9e1948b2b0_0_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9e1948b2b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9e1948b2b0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9e1948b2b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9e1948b2b0_0_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9e1948b2b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9e1948b2b0_0_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9e1948b2b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9e1948b2b0_0_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Lesidee: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Maak met de klas eerst de oefentoets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Bespreek daarna het vervolg van de powerpoint.</a:t>
            </a:r>
            <a:endParaRPr/>
          </a:p>
        </p:txBody>
      </p:sp>
      <p:sp>
        <p:nvSpPr>
          <p:cNvPr id="220" name="Google Shape;220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9e1948b2b0_2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9e1948b2b0_2_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9e1948b2b0_2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9e1948b2b0_2_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9e1948b2b0_2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9e1948b2b0_2_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9e1948b2b0_2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9e1948b2b0_2_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9e1948b2b0_2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9e1948b2b0_2_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9e1948b2b0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9e1948b2b0_2_8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9e1948b2b0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9e1948b2b0_2_8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9e1948b2b0_2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g9e1948b2b0_2_9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3186953" y="268288"/>
            <a:ext cx="5669280" cy="390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268940" y="268288"/>
            <a:ext cx="182880" cy="38868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" name="Google Shape;18;p2"/>
          <p:cNvSpPr txBox="1"/>
          <p:nvPr>
            <p:ph type="ctrTitle"/>
          </p:nvPr>
        </p:nvSpPr>
        <p:spPr>
          <a:xfrm>
            <a:off x="3200400" y="4208929"/>
            <a:ext cx="5458968" cy="10486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600"/>
              <a:buFont typeface="Century Gothic"/>
              <a:buNone/>
              <a:defRPr sz="4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3200400" y="5257800"/>
            <a:ext cx="5458968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sz="16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10" type="dt"/>
          </p:nvPr>
        </p:nvSpPr>
        <p:spPr>
          <a:xfrm>
            <a:off x="3276600" y="390525"/>
            <a:ext cx="55046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sz="2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1" type="ftr"/>
          </p:nvPr>
        </p:nvSpPr>
        <p:spPr>
          <a:xfrm>
            <a:off x="3218688" y="6356350"/>
            <a:ext cx="47365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100">
                <a:solidFill>
                  <a:srgbClr val="84848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2" type="sldNum"/>
          </p:nvPr>
        </p:nvSpPr>
        <p:spPr>
          <a:xfrm>
            <a:off x="8256494" y="635635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100" u="none" cap="none" strike="noStrike">
                <a:solidFill>
                  <a:srgbClr val="84848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r">
              <a:spcBef>
                <a:spcPts val="0"/>
              </a:spcBef>
              <a:buNone/>
              <a:defRPr b="1" i="0" sz="1100" u="none" cap="none" strike="noStrike">
                <a:solidFill>
                  <a:srgbClr val="84848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r">
              <a:spcBef>
                <a:spcPts val="0"/>
              </a:spcBef>
              <a:buNone/>
              <a:defRPr b="1" i="0" sz="1100" u="none" cap="none" strike="noStrike">
                <a:solidFill>
                  <a:srgbClr val="84848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r">
              <a:spcBef>
                <a:spcPts val="0"/>
              </a:spcBef>
              <a:buNone/>
              <a:defRPr b="1" i="0" sz="1100" u="none" cap="none" strike="noStrike">
                <a:solidFill>
                  <a:srgbClr val="84848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r">
              <a:spcBef>
                <a:spcPts val="0"/>
              </a:spcBef>
              <a:buNone/>
              <a:defRPr b="1" i="0" sz="1100" u="none" cap="none" strike="noStrike">
                <a:solidFill>
                  <a:srgbClr val="84848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r">
              <a:spcBef>
                <a:spcPts val="0"/>
              </a:spcBef>
              <a:buNone/>
              <a:defRPr b="1" i="0" sz="1100" u="none" cap="none" strike="noStrike">
                <a:solidFill>
                  <a:srgbClr val="84848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r">
              <a:spcBef>
                <a:spcPts val="0"/>
              </a:spcBef>
              <a:buNone/>
              <a:defRPr b="1" i="0" sz="1100" u="none" cap="none" strike="noStrike">
                <a:solidFill>
                  <a:srgbClr val="84848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r">
              <a:spcBef>
                <a:spcPts val="0"/>
              </a:spcBef>
              <a:buNone/>
              <a:defRPr b="1" i="0" sz="1100" u="none" cap="none" strike="noStrike">
                <a:solidFill>
                  <a:srgbClr val="84848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r">
              <a:spcBef>
                <a:spcPts val="0"/>
              </a:spcBef>
              <a:buNone/>
              <a:defRPr b="1" i="0" sz="1100" u="none" cap="none" strike="noStrike">
                <a:solidFill>
                  <a:srgbClr val="84848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/>
          <p:nvPr/>
        </p:nvSpPr>
        <p:spPr>
          <a:xfrm>
            <a:off x="7758952" y="268288"/>
            <a:ext cx="1099073" cy="635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" name="Google Shape;25;p3"/>
          <p:cNvSpPr txBox="1"/>
          <p:nvPr>
            <p:ph type="title"/>
          </p:nvPr>
        </p:nvSpPr>
        <p:spPr>
          <a:xfrm>
            <a:off x="2209801" y="3429000"/>
            <a:ext cx="4966446" cy="13984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600"/>
              <a:buFont typeface="Century Gothic"/>
              <a:buNone/>
              <a:defRPr b="0" sz="46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2209801" y="4824414"/>
            <a:ext cx="4966446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0" type="dt"/>
          </p:nvPr>
        </p:nvSpPr>
        <p:spPr>
          <a:xfrm>
            <a:off x="5562600" y="6356350"/>
            <a:ext cx="1622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1" type="ftr"/>
          </p:nvPr>
        </p:nvSpPr>
        <p:spPr>
          <a:xfrm>
            <a:off x="174812" y="6356350"/>
            <a:ext cx="53115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2" type="sldNum"/>
          </p:nvPr>
        </p:nvSpPr>
        <p:spPr>
          <a:xfrm>
            <a:off x="8256494" y="361016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7212106" y="268288"/>
            <a:ext cx="1645920" cy="1645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" name="Google Shape;32;p4"/>
          <p:cNvSpPr txBox="1"/>
          <p:nvPr>
            <p:ph type="title"/>
          </p:nvPr>
        </p:nvSpPr>
        <p:spPr>
          <a:xfrm>
            <a:off x="457199" y="914400"/>
            <a:ext cx="650837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" type="body"/>
          </p:nvPr>
        </p:nvSpPr>
        <p:spPr>
          <a:xfrm>
            <a:off x="457199" y="2209800"/>
            <a:ext cx="6508377" cy="3916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0" type="dt"/>
          </p:nvPr>
        </p:nvSpPr>
        <p:spPr>
          <a:xfrm>
            <a:off x="7212106" y="6356350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1" type="ftr"/>
          </p:nvPr>
        </p:nvSpPr>
        <p:spPr>
          <a:xfrm>
            <a:off x="174812" y="6356350"/>
            <a:ext cx="6007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2" type="sldNum"/>
          </p:nvPr>
        </p:nvSpPr>
        <p:spPr>
          <a:xfrm>
            <a:off x="8256494" y="361016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Picture">
  <p:cSld name="Title Slide with Picture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>
            <a:off x="3186953" y="268288"/>
            <a:ext cx="5669280" cy="2560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" name="Google Shape;39;p5"/>
          <p:cNvSpPr txBox="1"/>
          <p:nvPr>
            <p:ph type="ctrTitle"/>
          </p:nvPr>
        </p:nvSpPr>
        <p:spPr>
          <a:xfrm>
            <a:off x="3200399" y="4171950"/>
            <a:ext cx="5457919" cy="10858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600"/>
              <a:buFont typeface="Century Gothic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3200401" y="5257799"/>
            <a:ext cx="5457918" cy="618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1" name="Google Shape;41;p5"/>
          <p:cNvSpPr txBox="1"/>
          <p:nvPr>
            <p:ph idx="10" type="dt"/>
          </p:nvPr>
        </p:nvSpPr>
        <p:spPr>
          <a:xfrm>
            <a:off x="3276600" y="389965"/>
            <a:ext cx="549984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sz="22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1" type="ftr"/>
          </p:nvPr>
        </p:nvSpPr>
        <p:spPr>
          <a:xfrm>
            <a:off x="3213847" y="6356350"/>
            <a:ext cx="47341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2" type="sldNum"/>
          </p:nvPr>
        </p:nvSpPr>
        <p:spPr>
          <a:xfrm>
            <a:off x="8265459" y="635635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100" u="none" cap="none" strike="noStrike">
                <a:solidFill>
                  <a:srgbClr val="84848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r">
              <a:spcBef>
                <a:spcPts val="0"/>
              </a:spcBef>
              <a:buNone/>
              <a:defRPr b="1" i="0" sz="1100" u="none" cap="none" strike="noStrike">
                <a:solidFill>
                  <a:srgbClr val="84848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r">
              <a:spcBef>
                <a:spcPts val="0"/>
              </a:spcBef>
              <a:buNone/>
              <a:defRPr b="1" i="0" sz="1100" u="none" cap="none" strike="noStrike">
                <a:solidFill>
                  <a:srgbClr val="84848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r">
              <a:spcBef>
                <a:spcPts val="0"/>
              </a:spcBef>
              <a:buNone/>
              <a:defRPr b="1" i="0" sz="1100" u="none" cap="none" strike="noStrike">
                <a:solidFill>
                  <a:srgbClr val="84848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r">
              <a:spcBef>
                <a:spcPts val="0"/>
              </a:spcBef>
              <a:buNone/>
              <a:defRPr b="1" i="0" sz="1100" u="none" cap="none" strike="noStrike">
                <a:solidFill>
                  <a:srgbClr val="84848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r">
              <a:spcBef>
                <a:spcPts val="0"/>
              </a:spcBef>
              <a:buNone/>
              <a:defRPr b="1" i="0" sz="1100" u="none" cap="none" strike="noStrike">
                <a:solidFill>
                  <a:srgbClr val="84848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r">
              <a:spcBef>
                <a:spcPts val="0"/>
              </a:spcBef>
              <a:buNone/>
              <a:defRPr b="1" i="0" sz="1100" u="none" cap="none" strike="noStrike">
                <a:solidFill>
                  <a:srgbClr val="84848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r">
              <a:spcBef>
                <a:spcPts val="0"/>
              </a:spcBef>
              <a:buNone/>
              <a:defRPr b="1" i="0" sz="1100" u="none" cap="none" strike="noStrike">
                <a:solidFill>
                  <a:srgbClr val="84848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r">
              <a:spcBef>
                <a:spcPts val="0"/>
              </a:spcBef>
              <a:buNone/>
              <a:defRPr b="1" i="0" sz="1100" u="none" cap="none" strike="noStrike">
                <a:solidFill>
                  <a:srgbClr val="84848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" name="Google Shape;44;p5"/>
          <p:cNvSpPr/>
          <p:nvPr>
            <p:ph idx="2" type="pic"/>
          </p:nvPr>
        </p:nvSpPr>
        <p:spPr>
          <a:xfrm>
            <a:off x="3200400" y="2877671"/>
            <a:ext cx="5646867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600"/>
              </a:spcBef>
              <a:spcAft>
                <a:spcPts val="0"/>
              </a:spcAft>
              <a:buClr>
                <a:srgbClr val="4C0000"/>
              </a:buClr>
              <a:buSzPts val="1800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600"/>
              </a:spcBef>
              <a:spcAft>
                <a:spcPts val="0"/>
              </a:spcAft>
              <a:buClr>
                <a:srgbClr val="4C0000"/>
              </a:buClr>
              <a:buSzPts val="1800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360"/>
              </a:spcBef>
              <a:spcAft>
                <a:spcPts val="0"/>
              </a:spcAft>
              <a:buClr>
                <a:srgbClr val="4C0000"/>
              </a:buClr>
              <a:buSzPts val="1800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360"/>
              </a:spcBef>
              <a:spcAft>
                <a:spcPts val="0"/>
              </a:spcAft>
              <a:buClr>
                <a:srgbClr val="4C0000"/>
              </a:buClr>
              <a:buSzPts val="1800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5" name="Google Shape;45;p5"/>
          <p:cNvSpPr/>
          <p:nvPr/>
        </p:nvSpPr>
        <p:spPr>
          <a:xfrm>
            <a:off x="268940" y="268288"/>
            <a:ext cx="182880" cy="38868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, and Picture">
  <p:cSld name="Title, Content, and Picture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/>
          <p:nvPr/>
        </p:nvSpPr>
        <p:spPr>
          <a:xfrm>
            <a:off x="269875" y="268288"/>
            <a:ext cx="1645920" cy="1645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" name="Google Shape;48;p6"/>
          <p:cNvSpPr txBox="1"/>
          <p:nvPr>
            <p:ph type="title"/>
          </p:nvPr>
        </p:nvSpPr>
        <p:spPr>
          <a:xfrm>
            <a:off x="2178423" y="914400"/>
            <a:ext cx="650837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" type="body"/>
          </p:nvPr>
        </p:nvSpPr>
        <p:spPr>
          <a:xfrm>
            <a:off x="2178423" y="2209800"/>
            <a:ext cx="6508377" cy="3916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0" type="dt"/>
          </p:nvPr>
        </p:nvSpPr>
        <p:spPr>
          <a:xfrm>
            <a:off x="7212106" y="6356350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1" type="ftr"/>
          </p:nvPr>
        </p:nvSpPr>
        <p:spPr>
          <a:xfrm>
            <a:off x="2178423" y="6356350"/>
            <a:ext cx="49268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2" type="sldNum"/>
          </p:nvPr>
        </p:nvSpPr>
        <p:spPr>
          <a:xfrm>
            <a:off x="331694" y="361016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" name="Google Shape;53;p6"/>
          <p:cNvSpPr/>
          <p:nvPr>
            <p:ph idx="2" type="pic"/>
          </p:nvPr>
        </p:nvSpPr>
        <p:spPr>
          <a:xfrm>
            <a:off x="269875" y="1976718"/>
            <a:ext cx="1645920" cy="4625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600"/>
              </a:spcBef>
              <a:spcAft>
                <a:spcPts val="0"/>
              </a:spcAft>
              <a:buClr>
                <a:srgbClr val="4C0000"/>
              </a:buClr>
              <a:buSzPts val="1800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600"/>
              </a:spcBef>
              <a:spcAft>
                <a:spcPts val="0"/>
              </a:spcAft>
              <a:buClr>
                <a:srgbClr val="4C0000"/>
              </a:buClr>
              <a:buSzPts val="1800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360"/>
              </a:spcBef>
              <a:spcAft>
                <a:spcPts val="0"/>
              </a:spcAft>
              <a:buClr>
                <a:srgbClr val="4C0000"/>
              </a:buClr>
              <a:buSzPts val="1800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360"/>
              </a:spcBef>
              <a:spcAft>
                <a:spcPts val="0"/>
              </a:spcAft>
              <a:buClr>
                <a:srgbClr val="4C0000"/>
              </a:buClr>
              <a:buSzPts val="1800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with Picture">
  <p:cSld name="Section with Pictur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/>
          <p:nvPr/>
        </p:nvSpPr>
        <p:spPr>
          <a:xfrm>
            <a:off x="269875" y="4773706"/>
            <a:ext cx="2971800" cy="18445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" name="Google Shape;56;p7"/>
          <p:cNvSpPr txBox="1"/>
          <p:nvPr>
            <p:ph type="title"/>
          </p:nvPr>
        </p:nvSpPr>
        <p:spPr>
          <a:xfrm>
            <a:off x="3720354" y="3429001"/>
            <a:ext cx="4966446" cy="13984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600"/>
              <a:buFont typeface="Century Gothic"/>
              <a:buNone/>
              <a:defRPr b="0" sz="46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" type="body"/>
          </p:nvPr>
        </p:nvSpPr>
        <p:spPr>
          <a:xfrm>
            <a:off x="3720354" y="4824414"/>
            <a:ext cx="4966446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8" name="Google Shape;58;p7"/>
          <p:cNvSpPr txBox="1"/>
          <p:nvPr>
            <p:ph idx="12" type="sldNum"/>
          </p:nvPr>
        </p:nvSpPr>
        <p:spPr>
          <a:xfrm>
            <a:off x="351212" y="6104965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" name="Google Shape;59;p7"/>
          <p:cNvSpPr/>
          <p:nvPr>
            <p:ph idx="2" type="pic"/>
          </p:nvPr>
        </p:nvSpPr>
        <p:spPr>
          <a:xfrm>
            <a:off x="269874" y="268288"/>
            <a:ext cx="2971800" cy="443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600"/>
              </a:spcBef>
              <a:spcAft>
                <a:spcPts val="0"/>
              </a:spcAft>
              <a:buClr>
                <a:srgbClr val="4C0000"/>
              </a:buClr>
              <a:buSzPts val="1800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600"/>
              </a:spcBef>
              <a:spcAft>
                <a:spcPts val="0"/>
              </a:spcAft>
              <a:buClr>
                <a:srgbClr val="4C0000"/>
              </a:buClr>
              <a:buSzPts val="1800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360"/>
              </a:spcBef>
              <a:spcAft>
                <a:spcPts val="0"/>
              </a:spcAft>
              <a:buClr>
                <a:srgbClr val="4C0000"/>
              </a:buClr>
              <a:buSzPts val="1800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360"/>
              </a:spcBef>
              <a:spcAft>
                <a:spcPts val="0"/>
              </a:spcAft>
              <a:buClr>
                <a:srgbClr val="4C0000"/>
              </a:buClr>
              <a:buSzPts val="1800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2" name="Google Shape;62;p8"/>
          <p:cNvSpPr txBox="1"/>
          <p:nvPr>
            <p:ph type="title"/>
          </p:nvPr>
        </p:nvSpPr>
        <p:spPr>
          <a:xfrm>
            <a:off x="457199" y="914400"/>
            <a:ext cx="739140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" type="body"/>
          </p:nvPr>
        </p:nvSpPr>
        <p:spPr>
          <a:xfrm>
            <a:off x="457200" y="2214563"/>
            <a:ext cx="3566160" cy="39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 sz="18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9pPr>
          </a:lstStyle>
          <a:p/>
        </p:txBody>
      </p:sp>
      <p:sp>
        <p:nvSpPr>
          <p:cNvPr id="64" name="Google Shape;64;p8"/>
          <p:cNvSpPr txBox="1"/>
          <p:nvPr>
            <p:ph idx="2" type="body"/>
          </p:nvPr>
        </p:nvSpPr>
        <p:spPr>
          <a:xfrm>
            <a:off x="4282440" y="2214563"/>
            <a:ext cx="3566160" cy="39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 sz="18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9pPr>
          </a:lstStyle>
          <a:p/>
        </p:txBody>
      </p:sp>
      <p:sp>
        <p:nvSpPr>
          <p:cNvPr id="65" name="Google Shape;65;p8"/>
          <p:cNvSpPr txBox="1"/>
          <p:nvPr>
            <p:ph idx="10" type="dt"/>
          </p:nvPr>
        </p:nvSpPr>
        <p:spPr>
          <a:xfrm>
            <a:off x="7198659" y="6356350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8"/>
          <p:cNvSpPr txBox="1"/>
          <p:nvPr>
            <p:ph idx="11" type="ftr"/>
          </p:nvPr>
        </p:nvSpPr>
        <p:spPr>
          <a:xfrm>
            <a:off x="174812" y="6356350"/>
            <a:ext cx="6007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>
            <p:ph idx="12" type="sldNum"/>
          </p:nvPr>
        </p:nvSpPr>
        <p:spPr>
          <a:xfrm>
            <a:off x="8256494" y="361016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0" name="Google Shape;70;p9"/>
          <p:cNvSpPr txBox="1"/>
          <p:nvPr>
            <p:ph type="title"/>
          </p:nvPr>
        </p:nvSpPr>
        <p:spPr>
          <a:xfrm>
            <a:off x="457199" y="914400"/>
            <a:ext cx="738835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1" type="body"/>
          </p:nvPr>
        </p:nvSpPr>
        <p:spPr>
          <a:xfrm>
            <a:off x="457200" y="2054132"/>
            <a:ext cx="3566160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2" name="Google Shape;72;p9"/>
          <p:cNvSpPr txBox="1"/>
          <p:nvPr>
            <p:ph idx="2" type="body"/>
          </p:nvPr>
        </p:nvSpPr>
        <p:spPr>
          <a:xfrm>
            <a:off x="457200" y="2689411"/>
            <a:ext cx="3566160" cy="3436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 sz="18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◼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◼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◼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Char char="◼"/>
              <a:defRPr sz="1600"/>
            </a:lvl9pPr>
          </a:lstStyle>
          <a:p/>
        </p:txBody>
      </p:sp>
      <p:sp>
        <p:nvSpPr>
          <p:cNvPr id="73" name="Google Shape;73;p9"/>
          <p:cNvSpPr txBox="1"/>
          <p:nvPr>
            <p:ph idx="3" type="body"/>
          </p:nvPr>
        </p:nvSpPr>
        <p:spPr>
          <a:xfrm>
            <a:off x="4279391" y="2054132"/>
            <a:ext cx="3566160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4" name="Google Shape;74;p9"/>
          <p:cNvSpPr txBox="1"/>
          <p:nvPr>
            <p:ph idx="4" type="body"/>
          </p:nvPr>
        </p:nvSpPr>
        <p:spPr>
          <a:xfrm>
            <a:off x="4279391" y="2689411"/>
            <a:ext cx="3566160" cy="3436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 sz="18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◼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◼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◼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Char char="◼"/>
              <a:defRPr sz="1600"/>
            </a:lvl9pPr>
          </a:lstStyle>
          <a:p/>
        </p:txBody>
      </p:sp>
      <p:sp>
        <p:nvSpPr>
          <p:cNvPr id="75" name="Google Shape;75;p9"/>
          <p:cNvSpPr txBox="1"/>
          <p:nvPr>
            <p:ph idx="10" type="dt"/>
          </p:nvPr>
        </p:nvSpPr>
        <p:spPr>
          <a:xfrm>
            <a:off x="7198659" y="6356350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11" type="ftr"/>
          </p:nvPr>
        </p:nvSpPr>
        <p:spPr>
          <a:xfrm>
            <a:off x="174812" y="6356350"/>
            <a:ext cx="6007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2" type="sldNum"/>
          </p:nvPr>
        </p:nvSpPr>
        <p:spPr>
          <a:xfrm>
            <a:off x="8256494" y="361016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ntent, Top and Bottom">
  <p:cSld name="2 Content, Top and Bottom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0" name="Google Shape;80;p10"/>
          <p:cNvSpPr txBox="1"/>
          <p:nvPr>
            <p:ph type="title"/>
          </p:nvPr>
        </p:nvSpPr>
        <p:spPr>
          <a:xfrm>
            <a:off x="457199" y="914400"/>
            <a:ext cx="739140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0"/>
          <p:cNvSpPr txBox="1"/>
          <p:nvPr>
            <p:ph idx="1" type="body"/>
          </p:nvPr>
        </p:nvSpPr>
        <p:spPr>
          <a:xfrm>
            <a:off x="457199" y="2214562"/>
            <a:ext cx="7396163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 sz="18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9pPr>
          </a:lstStyle>
          <a:p/>
        </p:txBody>
      </p:sp>
      <p:sp>
        <p:nvSpPr>
          <p:cNvPr id="82" name="Google Shape;82;p10"/>
          <p:cNvSpPr txBox="1"/>
          <p:nvPr>
            <p:ph idx="10" type="dt"/>
          </p:nvPr>
        </p:nvSpPr>
        <p:spPr>
          <a:xfrm>
            <a:off x="7198659" y="6356350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0"/>
          <p:cNvSpPr txBox="1"/>
          <p:nvPr>
            <p:ph idx="11" type="ftr"/>
          </p:nvPr>
        </p:nvSpPr>
        <p:spPr>
          <a:xfrm>
            <a:off x="174812" y="6356350"/>
            <a:ext cx="6007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0"/>
          <p:cNvSpPr txBox="1"/>
          <p:nvPr>
            <p:ph idx="12" type="sldNum"/>
          </p:nvPr>
        </p:nvSpPr>
        <p:spPr>
          <a:xfrm>
            <a:off x="8256494" y="361016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" name="Google Shape;85;p10"/>
          <p:cNvSpPr txBox="1"/>
          <p:nvPr>
            <p:ph idx="2" type="body"/>
          </p:nvPr>
        </p:nvSpPr>
        <p:spPr>
          <a:xfrm>
            <a:off x="457199" y="4224973"/>
            <a:ext cx="7396163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 sz="18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ntent">
  <p:cSld name="3 Conten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1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11"/>
          <p:cNvSpPr txBox="1"/>
          <p:nvPr>
            <p:ph type="title"/>
          </p:nvPr>
        </p:nvSpPr>
        <p:spPr>
          <a:xfrm>
            <a:off x="457199" y="914400"/>
            <a:ext cx="739140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1"/>
          <p:cNvSpPr txBox="1"/>
          <p:nvPr>
            <p:ph idx="1" type="body"/>
          </p:nvPr>
        </p:nvSpPr>
        <p:spPr>
          <a:xfrm>
            <a:off x="4282440" y="2214562"/>
            <a:ext cx="35661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 sz="18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9pPr>
          </a:lstStyle>
          <a:p/>
        </p:txBody>
      </p:sp>
      <p:sp>
        <p:nvSpPr>
          <p:cNvPr id="90" name="Google Shape;90;p11"/>
          <p:cNvSpPr txBox="1"/>
          <p:nvPr>
            <p:ph idx="10" type="dt"/>
          </p:nvPr>
        </p:nvSpPr>
        <p:spPr>
          <a:xfrm>
            <a:off x="7198659" y="6356350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1"/>
          <p:cNvSpPr txBox="1"/>
          <p:nvPr>
            <p:ph idx="11" type="ftr"/>
          </p:nvPr>
        </p:nvSpPr>
        <p:spPr>
          <a:xfrm>
            <a:off x="174812" y="6356350"/>
            <a:ext cx="6007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1"/>
          <p:cNvSpPr txBox="1"/>
          <p:nvPr>
            <p:ph idx="12" type="sldNum"/>
          </p:nvPr>
        </p:nvSpPr>
        <p:spPr>
          <a:xfrm>
            <a:off x="8256494" y="361016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" name="Google Shape;93;p11"/>
          <p:cNvSpPr txBox="1"/>
          <p:nvPr>
            <p:ph idx="2" type="body"/>
          </p:nvPr>
        </p:nvSpPr>
        <p:spPr>
          <a:xfrm>
            <a:off x="4282440" y="4224973"/>
            <a:ext cx="35661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 sz="18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9pPr>
          </a:lstStyle>
          <a:p/>
        </p:txBody>
      </p:sp>
      <p:sp>
        <p:nvSpPr>
          <p:cNvPr id="94" name="Google Shape;94;p11"/>
          <p:cNvSpPr txBox="1"/>
          <p:nvPr>
            <p:ph idx="3" type="body"/>
          </p:nvPr>
        </p:nvSpPr>
        <p:spPr>
          <a:xfrm>
            <a:off x="457200" y="2214563"/>
            <a:ext cx="3566160" cy="39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 sz="18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ntent">
  <p:cSld name="4 Conten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2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p12"/>
          <p:cNvSpPr txBox="1"/>
          <p:nvPr>
            <p:ph type="title"/>
          </p:nvPr>
        </p:nvSpPr>
        <p:spPr>
          <a:xfrm>
            <a:off x="457199" y="914400"/>
            <a:ext cx="739140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2"/>
          <p:cNvSpPr txBox="1"/>
          <p:nvPr>
            <p:ph idx="1" type="body"/>
          </p:nvPr>
        </p:nvSpPr>
        <p:spPr>
          <a:xfrm>
            <a:off x="4282440" y="2214562"/>
            <a:ext cx="35661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 sz="18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9pPr>
          </a:lstStyle>
          <a:p/>
        </p:txBody>
      </p:sp>
      <p:sp>
        <p:nvSpPr>
          <p:cNvPr id="99" name="Google Shape;99;p12"/>
          <p:cNvSpPr txBox="1"/>
          <p:nvPr>
            <p:ph idx="10" type="dt"/>
          </p:nvPr>
        </p:nvSpPr>
        <p:spPr>
          <a:xfrm>
            <a:off x="7198659" y="6356350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2"/>
          <p:cNvSpPr txBox="1"/>
          <p:nvPr>
            <p:ph idx="11" type="ftr"/>
          </p:nvPr>
        </p:nvSpPr>
        <p:spPr>
          <a:xfrm>
            <a:off x="174812" y="6356350"/>
            <a:ext cx="6007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2"/>
          <p:cNvSpPr txBox="1"/>
          <p:nvPr>
            <p:ph idx="12" type="sldNum"/>
          </p:nvPr>
        </p:nvSpPr>
        <p:spPr>
          <a:xfrm>
            <a:off x="8256494" y="361016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" name="Google Shape;102;p12"/>
          <p:cNvSpPr txBox="1"/>
          <p:nvPr>
            <p:ph idx="2" type="body"/>
          </p:nvPr>
        </p:nvSpPr>
        <p:spPr>
          <a:xfrm>
            <a:off x="4282440" y="4224973"/>
            <a:ext cx="35661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 sz="18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9pPr>
          </a:lstStyle>
          <a:p/>
        </p:txBody>
      </p:sp>
      <p:sp>
        <p:nvSpPr>
          <p:cNvPr id="103" name="Google Shape;103;p12"/>
          <p:cNvSpPr txBox="1"/>
          <p:nvPr>
            <p:ph idx="3" type="body"/>
          </p:nvPr>
        </p:nvSpPr>
        <p:spPr>
          <a:xfrm>
            <a:off x="457200" y="2214562"/>
            <a:ext cx="35661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 sz="18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9pPr>
          </a:lstStyle>
          <a:p/>
        </p:txBody>
      </p:sp>
      <p:sp>
        <p:nvSpPr>
          <p:cNvPr id="104" name="Google Shape;104;p12"/>
          <p:cNvSpPr txBox="1"/>
          <p:nvPr>
            <p:ph idx="4" type="body"/>
          </p:nvPr>
        </p:nvSpPr>
        <p:spPr>
          <a:xfrm>
            <a:off x="457200" y="4224973"/>
            <a:ext cx="35661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 sz="18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7" name="Google Shape;107;p13"/>
          <p:cNvSpPr txBox="1"/>
          <p:nvPr>
            <p:ph type="title"/>
          </p:nvPr>
        </p:nvSpPr>
        <p:spPr>
          <a:xfrm>
            <a:off x="457199" y="914400"/>
            <a:ext cx="650837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3"/>
          <p:cNvSpPr txBox="1"/>
          <p:nvPr>
            <p:ph idx="10" type="dt"/>
          </p:nvPr>
        </p:nvSpPr>
        <p:spPr>
          <a:xfrm>
            <a:off x="7198659" y="6356350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11" type="ftr"/>
          </p:nvPr>
        </p:nvSpPr>
        <p:spPr>
          <a:xfrm>
            <a:off x="174812" y="6356350"/>
            <a:ext cx="6007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idx="12" type="sldNum"/>
          </p:nvPr>
        </p:nvSpPr>
        <p:spPr>
          <a:xfrm>
            <a:off x="8256494" y="361016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/>
          <p:nvPr/>
        </p:nvSpPr>
        <p:spPr>
          <a:xfrm>
            <a:off x="8148918" y="268288"/>
            <a:ext cx="718073" cy="5669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" name="Google Shape;113;p14"/>
          <p:cNvSpPr txBox="1"/>
          <p:nvPr>
            <p:ph idx="10" type="dt"/>
          </p:nvPr>
        </p:nvSpPr>
        <p:spPr>
          <a:xfrm>
            <a:off x="7198659" y="6356350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idx="11" type="ftr"/>
          </p:nvPr>
        </p:nvSpPr>
        <p:spPr>
          <a:xfrm>
            <a:off x="174812" y="6356350"/>
            <a:ext cx="6007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4"/>
          <p:cNvSpPr txBox="1"/>
          <p:nvPr>
            <p:ph idx="12" type="sldNum"/>
          </p:nvPr>
        </p:nvSpPr>
        <p:spPr>
          <a:xfrm>
            <a:off x="8256494" y="361016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/>
          <p:cNvSpPr/>
          <p:nvPr/>
        </p:nvSpPr>
        <p:spPr>
          <a:xfrm>
            <a:off x="8148918" y="268288"/>
            <a:ext cx="718073" cy="5669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8" name="Google Shape;118;p15"/>
          <p:cNvSpPr txBox="1"/>
          <p:nvPr>
            <p:ph type="title"/>
          </p:nvPr>
        </p:nvSpPr>
        <p:spPr>
          <a:xfrm>
            <a:off x="457199" y="995082"/>
            <a:ext cx="3566160" cy="10354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  <a:defRPr b="0"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5"/>
          <p:cNvSpPr txBox="1"/>
          <p:nvPr>
            <p:ph idx="1" type="body"/>
          </p:nvPr>
        </p:nvSpPr>
        <p:spPr>
          <a:xfrm>
            <a:off x="4762052" y="990600"/>
            <a:ext cx="3566160" cy="513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 sz="18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9pPr>
          </a:lstStyle>
          <a:p/>
        </p:txBody>
      </p:sp>
      <p:sp>
        <p:nvSpPr>
          <p:cNvPr id="120" name="Google Shape;120;p15"/>
          <p:cNvSpPr txBox="1"/>
          <p:nvPr>
            <p:ph idx="2" type="body"/>
          </p:nvPr>
        </p:nvSpPr>
        <p:spPr>
          <a:xfrm>
            <a:off x="457199" y="2057400"/>
            <a:ext cx="3566160" cy="3657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21" name="Google Shape;121;p15"/>
          <p:cNvSpPr txBox="1"/>
          <p:nvPr>
            <p:ph idx="10" type="dt"/>
          </p:nvPr>
        </p:nvSpPr>
        <p:spPr>
          <a:xfrm>
            <a:off x="7198659" y="6356350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5"/>
          <p:cNvSpPr txBox="1"/>
          <p:nvPr>
            <p:ph idx="11" type="ftr"/>
          </p:nvPr>
        </p:nvSpPr>
        <p:spPr>
          <a:xfrm>
            <a:off x="174812" y="6356350"/>
            <a:ext cx="6007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5"/>
          <p:cNvSpPr txBox="1"/>
          <p:nvPr>
            <p:ph idx="12" type="sldNum"/>
          </p:nvPr>
        </p:nvSpPr>
        <p:spPr>
          <a:xfrm>
            <a:off x="8256494" y="361016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/>
          <p:nvPr/>
        </p:nvSpPr>
        <p:spPr>
          <a:xfrm>
            <a:off x="4746811" y="268288"/>
            <a:ext cx="4114800" cy="5669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6" name="Google Shape;126;p16"/>
          <p:cNvSpPr txBox="1"/>
          <p:nvPr>
            <p:ph type="title"/>
          </p:nvPr>
        </p:nvSpPr>
        <p:spPr>
          <a:xfrm>
            <a:off x="457199" y="995082"/>
            <a:ext cx="3566160" cy="10354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  <a:defRPr b="0"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6"/>
          <p:cNvSpPr txBox="1"/>
          <p:nvPr>
            <p:ph idx="1" type="body"/>
          </p:nvPr>
        </p:nvSpPr>
        <p:spPr>
          <a:xfrm>
            <a:off x="457199" y="2057400"/>
            <a:ext cx="3566160" cy="3657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28" name="Google Shape;128;p16"/>
          <p:cNvSpPr txBox="1"/>
          <p:nvPr>
            <p:ph idx="10" type="dt"/>
          </p:nvPr>
        </p:nvSpPr>
        <p:spPr>
          <a:xfrm>
            <a:off x="161365" y="6124014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6"/>
          <p:cNvSpPr txBox="1"/>
          <p:nvPr>
            <p:ph idx="11" type="ftr"/>
          </p:nvPr>
        </p:nvSpPr>
        <p:spPr>
          <a:xfrm>
            <a:off x="174812" y="6356350"/>
            <a:ext cx="38637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6"/>
          <p:cNvSpPr txBox="1"/>
          <p:nvPr>
            <p:ph idx="12" type="sldNum"/>
          </p:nvPr>
        </p:nvSpPr>
        <p:spPr>
          <a:xfrm>
            <a:off x="8256494" y="361016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1" name="Google Shape;131;p16"/>
          <p:cNvSpPr/>
          <p:nvPr>
            <p:ph idx="2" type="pic"/>
          </p:nvPr>
        </p:nvSpPr>
        <p:spPr>
          <a:xfrm>
            <a:off x="4760258" y="990600"/>
            <a:ext cx="4096512" cy="5611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600"/>
              </a:spcBef>
              <a:spcAft>
                <a:spcPts val="0"/>
              </a:spcAft>
              <a:buClr>
                <a:srgbClr val="4C0000"/>
              </a:buClr>
              <a:buSzPts val="1800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600"/>
              </a:spcBef>
              <a:spcAft>
                <a:spcPts val="0"/>
              </a:spcAft>
              <a:buClr>
                <a:srgbClr val="4C0000"/>
              </a:buClr>
              <a:buSzPts val="1800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360"/>
              </a:spcBef>
              <a:spcAft>
                <a:spcPts val="0"/>
              </a:spcAft>
              <a:buClr>
                <a:srgbClr val="4C0000"/>
              </a:buClr>
              <a:buSzPts val="1800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360"/>
              </a:spcBef>
              <a:spcAft>
                <a:spcPts val="0"/>
              </a:spcAft>
              <a:buClr>
                <a:srgbClr val="4C0000"/>
              </a:buClr>
              <a:buSzPts val="1800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above Caption" type="picTx">
  <p:cSld name="PICTURE_WITH_CAPTION_TEX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"/>
          <p:cNvSpPr/>
          <p:nvPr/>
        </p:nvSpPr>
        <p:spPr>
          <a:xfrm>
            <a:off x="7216775" y="268288"/>
            <a:ext cx="1639457" cy="36393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4" name="Google Shape;134;p17"/>
          <p:cNvSpPr txBox="1"/>
          <p:nvPr>
            <p:ph type="title"/>
          </p:nvPr>
        </p:nvSpPr>
        <p:spPr>
          <a:xfrm>
            <a:off x="458788" y="4267200"/>
            <a:ext cx="64770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  <a:defRPr b="0"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7"/>
          <p:cNvSpPr/>
          <p:nvPr>
            <p:ph idx="2" type="pic"/>
          </p:nvPr>
        </p:nvSpPr>
        <p:spPr>
          <a:xfrm>
            <a:off x="269874" y="268288"/>
            <a:ext cx="6858000" cy="3639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None/>
              <a:defRPr b="0" i="0" sz="3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600"/>
              </a:spcBef>
              <a:spcAft>
                <a:spcPts val="0"/>
              </a:spcAft>
              <a:buClr>
                <a:srgbClr val="4C0000"/>
              </a:buClr>
              <a:buSzPts val="2800"/>
              <a:buFont typeface="Noto Sans Symbols"/>
              <a:buNone/>
              <a:defRPr b="0" i="0" sz="2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defRPr b="0" i="0" sz="24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600"/>
              </a:spcBef>
              <a:spcAft>
                <a:spcPts val="0"/>
              </a:spcAft>
              <a:buClr>
                <a:srgbClr val="4C0000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rgbClr val="4C0000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rgbClr val="4C0000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36" name="Google Shape;136;p17"/>
          <p:cNvSpPr txBox="1"/>
          <p:nvPr>
            <p:ph idx="1" type="body"/>
          </p:nvPr>
        </p:nvSpPr>
        <p:spPr>
          <a:xfrm>
            <a:off x="458788" y="4840941"/>
            <a:ext cx="6475412" cy="13042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37" name="Google Shape;137;p17"/>
          <p:cNvSpPr txBox="1"/>
          <p:nvPr>
            <p:ph idx="10" type="dt"/>
          </p:nvPr>
        </p:nvSpPr>
        <p:spPr>
          <a:xfrm>
            <a:off x="7198659" y="6356350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7"/>
          <p:cNvSpPr txBox="1"/>
          <p:nvPr>
            <p:ph idx="11" type="ftr"/>
          </p:nvPr>
        </p:nvSpPr>
        <p:spPr>
          <a:xfrm>
            <a:off x="174812" y="6356350"/>
            <a:ext cx="6007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7"/>
          <p:cNvSpPr txBox="1"/>
          <p:nvPr>
            <p:ph idx="12" type="sldNum"/>
          </p:nvPr>
        </p:nvSpPr>
        <p:spPr>
          <a:xfrm>
            <a:off x="8256494" y="361016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Pictures with Caption">
  <p:cSld name="4 Pictures with Caption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/>
          <p:nvPr/>
        </p:nvSpPr>
        <p:spPr>
          <a:xfrm>
            <a:off x="8135471" y="268288"/>
            <a:ext cx="720761" cy="36393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2" name="Google Shape;142;p18"/>
          <p:cNvSpPr txBox="1"/>
          <p:nvPr>
            <p:ph type="title"/>
          </p:nvPr>
        </p:nvSpPr>
        <p:spPr>
          <a:xfrm>
            <a:off x="458788" y="4267200"/>
            <a:ext cx="64770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  <a:defRPr b="0"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8"/>
          <p:cNvSpPr/>
          <p:nvPr>
            <p:ph idx="2" type="pic"/>
          </p:nvPr>
        </p:nvSpPr>
        <p:spPr>
          <a:xfrm>
            <a:off x="269874" y="268288"/>
            <a:ext cx="3006726" cy="3639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None/>
              <a:defRPr b="0" i="0" sz="3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600"/>
              </a:spcBef>
              <a:spcAft>
                <a:spcPts val="0"/>
              </a:spcAft>
              <a:buClr>
                <a:srgbClr val="4C0000"/>
              </a:buClr>
              <a:buSzPts val="2800"/>
              <a:buFont typeface="Noto Sans Symbols"/>
              <a:buNone/>
              <a:defRPr b="0" i="0" sz="2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defRPr b="0" i="0" sz="24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600"/>
              </a:spcBef>
              <a:spcAft>
                <a:spcPts val="0"/>
              </a:spcAft>
              <a:buClr>
                <a:srgbClr val="4C0000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rgbClr val="4C0000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rgbClr val="4C0000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4" name="Google Shape;144;p18"/>
          <p:cNvSpPr txBox="1"/>
          <p:nvPr>
            <p:ph idx="1" type="body"/>
          </p:nvPr>
        </p:nvSpPr>
        <p:spPr>
          <a:xfrm>
            <a:off x="458788" y="4840941"/>
            <a:ext cx="6475412" cy="13042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45" name="Google Shape;145;p18"/>
          <p:cNvSpPr txBox="1"/>
          <p:nvPr>
            <p:ph idx="10" type="dt"/>
          </p:nvPr>
        </p:nvSpPr>
        <p:spPr>
          <a:xfrm>
            <a:off x="7198659" y="6356350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18"/>
          <p:cNvSpPr txBox="1"/>
          <p:nvPr>
            <p:ph idx="11" type="ftr"/>
          </p:nvPr>
        </p:nvSpPr>
        <p:spPr>
          <a:xfrm>
            <a:off x="174812" y="6356350"/>
            <a:ext cx="6007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8"/>
          <p:cNvSpPr txBox="1"/>
          <p:nvPr>
            <p:ph idx="12" type="sldNum"/>
          </p:nvPr>
        </p:nvSpPr>
        <p:spPr>
          <a:xfrm>
            <a:off x="8256494" y="361016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8" name="Google Shape;148;p18"/>
          <p:cNvSpPr/>
          <p:nvPr>
            <p:ph idx="3" type="pic"/>
          </p:nvPr>
        </p:nvSpPr>
        <p:spPr>
          <a:xfrm>
            <a:off x="3352800" y="268288"/>
            <a:ext cx="4701988" cy="1775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None/>
              <a:defRPr b="0" i="0" sz="3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600"/>
              </a:spcBef>
              <a:spcAft>
                <a:spcPts val="0"/>
              </a:spcAft>
              <a:buClr>
                <a:srgbClr val="4C0000"/>
              </a:buClr>
              <a:buSzPts val="2800"/>
              <a:buFont typeface="Noto Sans Symbols"/>
              <a:buNone/>
              <a:defRPr b="0" i="0" sz="2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defRPr b="0" i="0" sz="24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600"/>
              </a:spcBef>
              <a:spcAft>
                <a:spcPts val="0"/>
              </a:spcAft>
              <a:buClr>
                <a:srgbClr val="4C0000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rgbClr val="4C0000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rgbClr val="4C0000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9" name="Google Shape;149;p18"/>
          <p:cNvSpPr/>
          <p:nvPr>
            <p:ph idx="4" type="pic"/>
          </p:nvPr>
        </p:nvSpPr>
        <p:spPr>
          <a:xfrm>
            <a:off x="3352800" y="2131935"/>
            <a:ext cx="2304288" cy="1775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None/>
              <a:defRPr b="0" i="0" sz="3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600"/>
              </a:spcBef>
              <a:spcAft>
                <a:spcPts val="0"/>
              </a:spcAft>
              <a:buClr>
                <a:srgbClr val="4C0000"/>
              </a:buClr>
              <a:buSzPts val="2800"/>
              <a:buFont typeface="Noto Sans Symbols"/>
              <a:buNone/>
              <a:defRPr b="0" i="0" sz="2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defRPr b="0" i="0" sz="24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600"/>
              </a:spcBef>
              <a:spcAft>
                <a:spcPts val="0"/>
              </a:spcAft>
              <a:buClr>
                <a:srgbClr val="4C0000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rgbClr val="4C0000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rgbClr val="4C0000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50" name="Google Shape;150;p18"/>
          <p:cNvSpPr/>
          <p:nvPr>
            <p:ph idx="5" type="pic"/>
          </p:nvPr>
        </p:nvSpPr>
        <p:spPr>
          <a:xfrm>
            <a:off x="5750500" y="2131935"/>
            <a:ext cx="2304288" cy="1775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None/>
              <a:defRPr b="0" i="0" sz="3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600"/>
              </a:spcBef>
              <a:spcAft>
                <a:spcPts val="0"/>
              </a:spcAft>
              <a:buClr>
                <a:srgbClr val="4C0000"/>
              </a:buClr>
              <a:buSzPts val="2800"/>
              <a:buFont typeface="Noto Sans Symbols"/>
              <a:buNone/>
              <a:defRPr b="0" i="0" sz="2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defRPr b="0" i="0" sz="24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600"/>
              </a:spcBef>
              <a:spcAft>
                <a:spcPts val="0"/>
              </a:spcAft>
              <a:buClr>
                <a:srgbClr val="4C0000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rgbClr val="4C0000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rgbClr val="4C0000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/>
          <p:nvPr/>
        </p:nvSpPr>
        <p:spPr>
          <a:xfrm>
            <a:off x="7212106" y="268288"/>
            <a:ext cx="1645920" cy="1645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3" name="Google Shape;153;p19"/>
          <p:cNvSpPr txBox="1"/>
          <p:nvPr>
            <p:ph type="title"/>
          </p:nvPr>
        </p:nvSpPr>
        <p:spPr>
          <a:xfrm>
            <a:off x="457199" y="914400"/>
            <a:ext cx="650837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19"/>
          <p:cNvSpPr txBox="1"/>
          <p:nvPr>
            <p:ph idx="1" type="body"/>
          </p:nvPr>
        </p:nvSpPr>
        <p:spPr>
          <a:xfrm rot="5400000">
            <a:off x="1753206" y="913793"/>
            <a:ext cx="3916363" cy="65083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/>
            </a:lvl9pPr>
          </a:lstStyle>
          <a:p/>
        </p:txBody>
      </p:sp>
      <p:sp>
        <p:nvSpPr>
          <p:cNvPr id="155" name="Google Shape;155;p19"/>
          <p:cNvSpPr txBox="1"/>
          <p:nvPr>
            <p:ph idx="10" type="dt"/>
          </p:nvPr>
        </p:nvSpPr>
        <p:spPr>
          <a:xfrm>
            <a:off x="7198659" y="6356350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19"/>
          <p:cNvSpPr txBox="1"/>
          <p:nvPr>
            <p:ph idx="11" type="ftr"/>
          </p:nvPr>
        </p:nvSpPr>
        <p:spPr>
          <a:xfrm>
            <a:off x="174812" y="6356350"/>
            <a:ext cx="6007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19"/>
          <p:cNvSpPr txBox="1"/>
          <p:nvPr>
            <p:ph idx="12" type="sldNum"/>
          </p:nvPr>
        </p:nvSpPr>
        <p:spPr>
          <a:xfrm>
            <a:off x="8256494" y="361016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/>
          <p:nvPr/>
        </p:nvSpPr>
        <p:spPr>
          <a:xfrm>
            <a:off x="8148918" y="268288"/>
            <a:ext cx="718073" cy="5669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0" name="Google Shape;160;p20"/>
          <p:cNvSpPr txBox="1"/>
          <p:nvPr>
            <p:ph type="title"/>
          </p:nvPr>
        </p:nvSpPr>
        <p:spPr>
          <a:xfrm rot="5400000">
            <a:off x="5659577" y="2919646"/>
            <a:ext cx="5090739" cy="13222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20"/>
          <p:cNvSpPr txBox="1"/>
          <p:nvPr>
            <p:ph idx="1" type="body"/>
          </p:nvPr>
        </p:nvSpPr>
        <p:spPr>
          <a:xfrm rot="5400000">
            <a:off x="912206" y="580419"/>
            <a:ext cx="5109789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/>
            </a:lvl9pPr>
          </a:lstStyle>
          <a:p/>
        </p:txBody>
      </p:sp>
      <p:sp>
        <p:nvSpPr>
          <p:cNvPr id="162" name="Google Shape;162;p20"/>
          <p:cNvSpPr txBox="1"/>
          <p:nvPr>
            <p:ph idx="10" type="dt"/>
          </p:nvPr>
        </p:nvSpPr>
        <p:spPr>
          <a:xfrm>
            <a:off x="7198659" y="6356350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0"/>
          <p:cNvSpPr txBox="1"/>
          <p:nvPr>
            <p:ph idx="11" type="ftr"/>
          </p:nvPr>
        </p:nvSpPr>
        <p:spPr>
          <a:xfrm>
            <a:off x="174812" y="6356350"/>
            <a:ext cx="6007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20"/>
          <p:cNvSpPr txBox="1"/>
          <p:nvPr>
            <p:ph idx="12" type="sldNum"/>
          </p:nvPr>
        </p:nvSpPr>
        <p:spPr>
          <a:xfrm>
            <a:off x="8256494" y="361016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199" y="914400"/>
            <a:ext cx="650837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199" y="2209800"/>
            <a:ext cx="6508377" cy="3916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marR="0" rtl="0" algn="l"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◼"/>
              <a:defRPr b="0" i="0" sz="20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C0000"/>
              </a:buClr>
              <a:buSzPts val="1800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42900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4C0000"/>
              </a:buClr>
              <a:buSzPts val="1800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42900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rgbClr val="4C0000"/>
              </a:buClr>
              <a:buSzPts val="1800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rgbClr val="4C0000"/>
              </a:buClr>
              <a:buSzPts val="1800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7198659" y="6356350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100" u="none" cap="none" strike="noStrike">
                <a:solidFill>
                  <a:srgbClr val="84848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174812" y="6356350"/>
            <a:ext cx="6007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100" u="none" cap="none" strike="noStrike">
                <a:solidFill>
                  <a:srgbClr val="84848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256494" y="361016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2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2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2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2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2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2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2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2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2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www.biologiepagina.nl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 txBox="1"/>
          <p:nvPr>
            <p:ph type="ctrTitle"/>
          </p:nvPr>
        </p:nvSpPr>
        <p:spPr>
          <a:xfrm>
            <a:off x="3082400" y="4565671"/>
            <a:ext cx="5459100" cy="10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140"/>
              <a:buFont typeface="Century Gothic"/>
              <a:buNone/>
            </a:pPr>
            <a:r>
              <a:rPr lang="en-US" sz="4140"/>
              <a:t>Hoe </a:t>
            </a:r>
            <a:r>
              <a:rPr b="1" lang="en-US" sz="4140" u="sng"/>
              <a:t>leer</a:t>
            </a:r>
            <a:r>
              <a:rPr lang="en-US" sz="4140"/>
              <a:t> en </a:t>
            </a:r>
            <a:r>
              <a:rPr b="1" lang="en-US" sz="4140" u="sng"/>
              <a:t>maak</a:t>
            </a:r>
            <a:r>
              <a:rPr lang="en-US" sz="4140"/>
              <a:t> je een biologietoets?</a:t>
            </a:r>
            <a:endParaRPr sz="4140"/>
          </a:p>
        </p:txBody>
      </p:sp>
      <p:pic>
        <p:nvPicPr>
          <p:cNvPr id="170" name="Google Shape;17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63265" y="268565"/>
            <a:ext cx="3897364" cy="38973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/>
          <p:nvPr>
            <p:ph type="title"/>
          </p:nvPr>
        </p:nvSpPr>
        <p:spPr>
          <a:xfrm>
            <a:off x="2209801" y="3429000"/>
            <a:ext cx="4966446" cy="13984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600"/>
              <a:buFont typeface="Century Gothic"/>
              <a:buNone/>
            </a:pPr>
            <a:r>
              <a:rPr lang="en-US"/>
              <a:t>Hoe </a:t>
            </a:r>
            <a:r>
              <a:rPr b="1" lang="en-US" u="sng"/>
              <a:t>leer</a:t>
            </a:r>
            <a:r>
              <a:rPr lang="en-US"/>
              <a:t> j</a:t>
            </a:r>
            <a:r>
              <a:rPr lang="en-US"/>
              <a:t>e voor een biologietoets?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3"/>
          <p:cNvSpPr txBox="1"/>
          <p:nvPr>
            <p:ph type="title"/>
          </p:nvPr>
        </p:nvSpPr>
        <p:spPr>
          <a:xfrm>
            <a:off x="457199" y="914400"/>
            <a:ext cx="6508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</a:pPr>
            <a:r>
              <a:rPr b="1" lang="en-US"/>
              <a:t>Tekstboek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181" name="Google Shape;181;p23"/>
          <p:cNvSpPr txBox="1"/>
          <p:nvPr>
            <p:ph idx="1" type="body"/>
          </p:nvPr>
        </p:nvSpPr>
        <p:spPr>
          <a:xfrm>
            <a:off x="457200" y="2209800"/>
            <a:ext cx="7276200" cy="39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ts val="2000"/>
              <a:buChar char="◼"/>
            </a:pPr>
            <a:r>
              <a:rPr lang="en-US"/>
              <a:t>Je kent het tekstboek als je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800"/>
              <a:buChar char="❖"/>
            </a:pPr>
            <a:r>
              <a:rPr lang="en-US"/>
              <a:t>de </a:t>
            </a:r>
            <a:r>
              <a:rPr lang="en-US" u="sng"/>
              <a:t>begrippen</a:t>
            </a:r>
            <a:r>
              <a:rPr lang="en-US"/>
              <a:t> kent;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800"/>
              <a:buChar char="❖"/>
            </a:pPr>
            <a:r>
              <a:rPr lang="en-US"/>
              <a:t>de </a:t>
            </a:r>
            <a:r>
              <a:rPr lang="en-US" u="sng"/>
              <a:t>hoofdzaken</a:t>
            </a:r>
            <a:r>
              <a:rPr lang="en-US"/>
              <a:t> in de tekst kent;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800"/>
              <a:buChar char="❖"/>
            </a:pPr>
            <a:r>
              <a:rPr lang="en-US"/>
              <a:t>de belangrijkste </a:t>
            </a:r>
            <a:r>
              <a:rPr lang="en-US" u="sng"/>
              <a:t>bronnen</a:t>
            </a:r>
            <a:r>
              <a:rPr lang="en-US"/>
              <a:t> (afbeeldingen) kent.</a:t>
            </a:r>
            <a:endParaRPr/>
          </a:p>
          <a:p>
            <a:pPr indent="-101600" lvl="0" marL="228600" rtl="0" algn="l">
              <a:spcBef>
                <a:spcPts val="18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 txBox="1"/>
          <p:nvPr>
            <p:ph type="title"/>
          </p:nvPr>
        </p:nvSpPr>
        <p:spPr>
          <a:xfrm>
            <a:off x="457199" y="914400"/>
            <a:ext cx="650837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</a:pPr>
            <a:r>
              <a:rPr b="1" lang="en-US"/>
              <a:t>Tekstboek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</a:pPr>
            <a:r>
              <a:rPr lang="en-US"/>
              <a:t>→ de begrippen</a:t>
            </a:r>
            <a:endParaRPr/>
          </a:p>
        </p:txBody>
      </p:sp>
      <p:sp>
        <p:nvSpPr>
          <p:cNvPr id="187" name="Google Shape;187;p24"/>
          <p:cNvSpPr txBox="1"/>
          <p:nvPr>
            <p:ph idx="1" type="body"/>
          </p:nvPr>
        </p:nvSpPr>
        <p:spPr>
          <a:xfrm>
            <a:off x="457200" y="2209800"/>
            <a:ext cx="7276200" cy="39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ts val="2000"/>
              <a:buChar char="◼"/>
            </a:pPr>
            <a:r>
              <a:rPr lang="en-US"/>
              <a:t>Lees en leer de tekst.</a:t>
            </a:r>
            <a:endParaRPr/>
          </a:p>
          <a:p>
            <a:pPr indent="-228600" lvl="0" marL="228600" rtl="0" algn="l">
              <a:spcBef>
                <a:spcPts val="1800"/>
              </a:spcBef>
              <a:spcAft>
                <a:spcPts val="0"/>
              </a:spcAft>
              <a:buSzPts val="2000"/>
              <a:buChar char="◼"/>
            </a:pPr>
            <a:r>
              <a:rPr lang="en-US"/>
              <a:t>De dikgedrukte begrippen zijn het belangrijkst.</a:t>
            </a:r>
            <a:endParaRPr/>
          </a:p>
          <a:p>
            <a:pPr indent="-228600" lvl="0" marL="228600" rtl="0" algn="l">
              <a:spcBef>
                <a:spcPts val="1800"/>
              </a:spcBef>
              <a:spcAft>
                <a:spcPts val="0"/>
              </a:spcAft>
              <a:buSzPts val="2000"/>
              <a:buChar char="◼"/>
            </a:pPr>
            <a:r>
              <a:rPr lang="en-US"/>
              <a:t>Om de begrippen te leren, kun je deze dingen doen: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US"/>
              <a:t>maak een begrippenlijst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US"/>
              <a:t>maak een mindmap / woordenweb</a:t>
            </a:r>
            <a:endParaRPr/>
          </a:p>
          <a:p>
            <a:pPr indent="-101600" lvl="0" marL="228600" rtl="0" algn="l">
              <a:spcBef>
                <a:spcPts val="18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 txBox="1"/>
          <p:nvPr>
            <p:ph type="title"/>
          </p:nvPr>
        </p:nvSpPr>
        <p:spPr>
          <a:xfrm>
            <a:off x="457199" y="914400"/>
            <a:ext cx="6508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</a:pPr>
            <a:r>
              <a:rPr b="1" lang="en-US"/>
              <a:t>Tekstboek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</a:pPr>
            <a:r>
              <a:rPr lang="en-US"/>
              <a:t>→ de hoofdzaken</a:t>
            </a:r>
            <a:endParaRPr/>
          </a:p>
        </p:txBody>
      </p:sp>
      <p:sp>
        <p:nvSpPr>
          <p:cNvPr id="193" name="Google Shape;193;p25"/>
          <p:cNvSpPr txBox="1"/>
          <p:nvPr>
            <p:ph idx="1" type="body"/>
          </p:nvPr>
        </p:nvSpPr>
        <p:spPr>
          <a:xfrm>
            <a:off x="457200" y="2209800"/>
            <a:ext cx="8500800" cy="39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ts val="2000"/>
              <a:buChar char="◼"/>
            </a:pPr>
            <a:r>
              <a:rPr lang="en-US"/>
              <a:t>Je moet de hoofdzaken in de tekst kennen.</a:t>
            </a:r>
            <a:endParaRPr/>
          </a:p>
          <a:p>
            <a:pPr indent="-228600" lvl="0" marL="228600" rtl="0" algn="l">
              <a:spcBef>
                <a:spcPts val="1800"/>
              </a:spcBef>
              <a:spcAft>
                <a:spcPts val="0"/>
              </a:spcAft>
              <a:buSzPts val="2000"/>
              <a:buChar char="◼"/>
            </a:pPr>
            <a:r>
              <a:rPr lang="en-US"/>
              <a:t>Hoofdzaken zijn bijvoorbeeld: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800"/>
              <a:buChar char="❖"/>
            </a:pPr>
            <a:r>
              <a:rPr lang="en-US"/>
              <a:t>uitleg over op welke manier begrippen met elkaar te maken hebben</a:t>
            </a:r>
            <a:endParaRPr/>
          </a:p>
          <a:p>
            <a:pPr indent="-228600" lvl="0" marL="228600" rtl="0" algn="l">
              <a:spcBef>
                <a:spcPts val="1800"/>
              </a:spcBef>
              <a:spcAft>
                <a:spcPts val="0"/>
              </a:spcAft>
              <a:buSzPts val="2000"/>
              <a:buChar char="◼"/>
            </a:pPr>
            <a:r>
              <a:rPr lang="en-US"/>
              <a:t>Bijzaken zijn bijvoorbeeld: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800"/>
              <a:buChar char="❖"/>
            </a:pPr>
            <a:r>
              <a:rPr lang="en-US"/>
              <a:t>voorbeelden</a:t>
            </a:r>
            <a:endParaRPr/>
          </a:p>
          <a:p>
            <a:pPr indent="-228600" lvl="0" marL="228600" rtl="0" algn="l">
              <a:spcBef>
                <a:spcPts val="1800"/>
              </a:spcBef>
              <a:spcAft>
                <a:spcPts val="0"/>
              </a:spcAft>
              <a:buSzPts val="2000"/>
              <a:buChar char="◼"/>
            </a:pPr>
            <a:r>
              <a:rPr lang="en-US"/>
              <a:t>Je kunt de hoofdzaken leren door een samenvatting te maken.</a:t>
            </a:r>
            <a:endParaRPr/>
          </a:p>
          <a:p>
            <a:pPr indent="-228600" lvl="0" marL="228600" rtl="0" algn="l">
              <a:spcBef>
                <a:spcPts val="1800"/>
              </a:spcBef>
              <a:spcAft>
                <a:spcPts val="0"/>
              </a:spcAft>
              <a:buSzPts val="2000"/>
              <a:buChar char="◼"/>
            </a:pPr>
            <a:r>
              <a:rPr lang="en-US"/>
              <a:t>Aan het eind van elke paragraaf staat een lijstje met de belangrijkste punten.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800"/>
              <a:buChar char="❖"/>
            </a:pPr>
            <a:r>
              <a:rPr lang="en-US"/>
              <a:t>Let op: alleen dít leren is </a:t>
            </a:r>
            <a:r>
              <a:rPr b="1" i="1" lang="en-US" u="sng"/>
              <a:t>niet</a:t>
            </a:r>
            <a:r>
              <a:rPr lang="en-US"/>
              <a:t> voldoende!</a:t>
            </a:r>
            <a:endParaRPr/>
          </a:p>
          <a:p>
            <a:pPr indent="-101600" lvl="0" marL="228600" rtl="0" algn="l">
              <a:spcBef>
                <a:spcPts val="18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6"/>
          <p:cNvSpPr txBox="1"/>
          <p:nvPr>
            <p:ph type="title"/>
          </p:nvPr>
        </p:nvSpPr>
        <p:spPr>
          <a:xfrm>
            <a:off x="457199" y="914400"/>
            <a:ext cx="6508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</a:pPr>
            <a:r>
              <a:rPr b="1" lang="en-US"/>
              <a:t>Tekstboek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</a:pPr>
            <a:r>
              <a:rPr lang="en-US"/>
              <a:t>→ de bronnen</a:t>
            </a:r>
            <a:endParaRPr/>
          </a:p>
        </p:txBody>
      </p:sp>
      <p:sp>
        <p:nvSpPr>
          <p:cNvPr id="199" name="Google Shape;199;p26"/>
          <p:cNvSpPr txBox="1"/>
          <p:nvPr>
            <p:ph idx="1" type="body"/>
          </p:nvPr>
        </p:nvSpPr>
        <p:spPr>
          <a:xfrm>
            <a:off x="457200" y="2209800"/>
            <a:ext cx="8346300" cy="39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◼"/>
            </a:pPr>
            <a:r>
              <a:rPr lang="en-US"/>
              <a:t>Voor een biologietoets moet je ook bronnen kennen.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◼"/>
            </a:pPr>
            <a:r>
              <a:rPr lang="en-US"/>
              <a:t>Bedenk eerst welke bronnen belangrijk zijn.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◼"/>
            </a:pPr>
            <a:r>
              <a:rPr lang="en-US"/>
              <a:t>Staan er namen van onderdelen bij? Leer die dan!</a:t>
            </a:r>
            <a:endParaRPr/>
          </a:p>
          <a:p>
            <a:pPr indent="-22860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❖"/>
            </a:pPr>
            <a:r>
              <a:rPr lang="en-US"/>
              <a:t>Bijvoorbeeld: botten van het skelet, onderdelen van het oog, etc.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◼"/>
            </a:pPr>
            <a:r>
              <a:rPr lang="en-US"/>
              <a:t>Getallen in bijvoorbeeld een tabel hoef je over het algemeen niet te leren.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◼"/>
            </a:pPr>
            <a:r>
              <a:rPr lang="en-US"/>
              <a:t>Soms is het handig om een bron na te tekenen.</a:t>
            </a:r>
            <a:endParaRPr/>
          </a:p>
          <a:p>
            <a:pPr indent="-101600" lvl="0" marL="228600" rtl="0" algn="l">
              <a:spcBef>
                <a:spcPts val="18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7"/>
          <p:cNvSpPr txBox="1"/>
          <p:nvPr>
            <p:ph type="title"/>
          </p:nvPr>
        </p:nvSpPr>
        <p:spPr>
          <a:xfrm>
            <a:off x="457199" y="914400"/>
            <a:ext cx="6508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</a:pPr>
            <a:r>
              <a:rPr b="1" lang="en-US"/>
              <a:t>Werk</a:t>
            </a:r>
            <a:r>
              <a:rPr b="1" lang="en-US"/>
              <a:t>boek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205" name="Google Shape;205;p27"/>
          <p:cNvSpPr txBox="1"/>
          <p:nvPr>
            <p:ph idx="1" type="body"/>
          </p:nvPr>
        </p:nvSpPr>
        <p:spPr>
          <a:xfrm>
            <a:off x="457200" y="2209800"/>
            <a:ext cx="8294700" cy="39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ts val="2000"/>
              <a:buChar char="◼"/>
            </a:pPr>
            <a:r>
              <a:rPr lang="en-US"/>
              <a:t>Je kent het werkboek als je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800"/>
              <a:buChar char="❖"/>
            </a:pPr>
            <a:r>
              <a:rPr lang="en-US"/>
              <a:t>alle vragen hebt nagekeken;</a:t>
            </a:r>
            <a:br>
              <a:rPr lang="en-US"/>
            </a:br>
            <a:r>
              <a:rPr lang="en-US"/>
              <a:t>(antwoordenboek staan vaak op de drive)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800"/>
              <a:buChar char="❖"/>
            </a:pPr>
            <a:r>
              <a:rPr lang="en-US"/>
              <a:t>de foute antwoorden hebt verbeterd en de goede antwoorden snapt;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800"/>
              <a:buChar char="❖"/>
            </a:pPr>
            <a:r>
              <a:rPr lang="en-US"/>
              <a:t>fout gemaakte vragen opnieuw kunt maken zonder fouten.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 txBox="1"/>
          <p:nvPr>
            <p:ph type="title"/>
          </p:nvPr>
        </p:nvSpPr>
        <p:spPr>
          <a:xfrm>
            <a:off x="457199" y="914400"/>
            <a:ext cx="6508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</a:pPr>
            <a:r>
              <a:rPr b="1" lang="en-US"/>
              <a:t>OEFENEN!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211" name="Google Shape;211;p28"/>
          <p:cNvSpPr txBox="1"/>
          <p:nvPr>
            <p:ph idx="1" type="body"/>
          </p:nvPr>
        </p:nvSpPr>
        <p:spPr>
          <a:xfrm>
            <a:off x="457200" y="2209800"/>
            <a:ext cx="8294700" cy="39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1300" lvl="0" marL="228600" rtl="0" algn="l">
              <a:spcBef>
                <a:spcPts val="0"/>
              </a:spcBef>
              <a:spcAft>
                <a:spcPts val="0"/>
              </a:spcAft>
              <a:buSzPts val="2000"/>
              <a:buChar char="◼"/>
            </a:pPr>
            <a:r>
              <a:rPr lang="en-US"/>
              <a:t>Je kunt verder oefenen door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800"/>
              <a:buChar char="❖"/>
            </a:pPr>
            <a:r>
              <a:rPr lang="en-US"/>
              <a:t>“Samenvatten” te maken (in het werkboek / Nectar online);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800"/>
              <a:buChar char="❖"/>
            </a:pPr>
            <a:r>
              <a:rPr lang="en-US"/>
              <a:t>“Test jezelf” te maken (in het werkboek / Nectar online);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800"/>
              <a:buChar char="❖"/>
            </a:pPr>
            <a:r>
              <a:rPr lang="en-US"/>
              <a:t>de “Oefentoets” te maken (kan alleen in Nectar online);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800"/>
              <a:buChar char="❖"/>
            </a:pPr>
            <a:r>
              <a:rPr lang="en-US"/>
              <a:t>oefentoetsen te maken op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www.biologiepagina.nl</a:t>
            </a:r>
            <a:r>
              <a:rPr lang="en-US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2" name="Google Shape;212;p28"/>
          <p:cNvCxnSpPr/>
          <p:nvPr/>
        </p:nvCxnSpPr>
        <p:spPr>
          <a:xfrm>
            <a:off x="6845100" y="3848125"/>
            <a:ext cx="928200" cy="733500"/>
          </a:xfrm>
          <a:prstGeom prst="bentConnector3">
            <a:avLst>
              <a:gd fmla="val 99995" name="adj1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3" name="Google Shape;213;p28"/>
          <p:cNvCxnSpPr/>
          <p:nvPr/>
        </p:nvCxnSpPr>
        <p:spPr>
          <a:xfrm flipH="1" rot="-5400000">
            <a:off x="7161050" y="3299000"/>
            <a:ext cx="733500" cy="491100"/>
          </a:xfrm>
          <a:prstGeom prst="bentConnector3">
            <a:avLst>
              <a:gd fmla="val 0" name="adj1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8"/>
          <p:cNvCxnSpPr/>
          <p:nvPr/>
        </p:nvCxnSpPr>
        <p:spPr>
          <a:xfrm flipH="1" rot="-5400000">
            <a:off x="7212550" y="3698675"/>
            <a:ext cx="746400" cy="375000"/>
          </a:xfrm>
          <a:prstGeom prst="bentConnector3">
            <a:avLst>
              <a:gd fmla="val -1728" name="adj1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28"/>
          <p:cNvSpPr txBox="1"/>
          <p:nvPr>
            <p:ph idx="1" type="body"/>
          </p:nvPr>
        </p:nvSpPr>
        <p:spPr>
          <a:xfrm>
            <a:off x="457200" y="4405900"/>
            <a:ext cx="8294700" cy="9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1300" lvl="0" marL="228600" rtl="0" algn="l">
              <a:spcBef>
                <a:spcPts val="1800"/>
              </a:spcBef>
              <a:spcAft>
                <a:spcPts val="0"/>
              </a:spcAft>
              <a:buSzPts val="2000"/>
              <a:buChar char="◼"/>
            </a:pPr>
            <a:r>
              <a:rPr lang="en-US"/>
              <a:t>Let op: deze oefentoetsen zijn makkelijker dan de toets zelf.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8"/>
          <p:cNvSpPr txBox="1"/>
          <p:nvPr>
            <p:ph idx="1" type="body"/>
          </p:nvPr>
        </p:nvSpPr>
        <p:spPr>
          <a:xfrm>
            <a:off x="457200" y="5150100"/>
            <a:ext cx="8294700" cy="9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1300" lvl="0" marL="228600" rtl="0" algn="l">
              <a:spcBef>
                <a:spcPts val="1800"/>
              </a:spcBef>
              <a:spcAft>
                <a:spcPts val="0"/>
              </a:spcAft>
              <a:buSzPts val="2000"/>
              <a:buChar char="◼"/>
            </a:pPr>
            <a:r>
              <a:rPr lang="en-US"/>
              <a:t>Stel het oefenen niet uit tot het allerlaatste moment. </a:t>
            </a:r>
            <a:br>
              <a:rPr lang="en-US"/>
            </a:br>
            <a:r>
              <a:rPr lang="en-US"/>
              <a:t>Oefen minstens een week vóór de toets!!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9"/>
          <p:cNvSpPr txBox="1"/>
          <p:nvPr>
            <p:ph type="title"/>
          </p:nvPr>
        </p:nvSpPr>
        <p:spPr>
          <a:xfrm>
            <a:off x="2209801" y="3429000"/>
            <a:ext cx="4966446" cy="13984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600"/>
              <a:buFont typeface="Century Gothic"/>
              <a:buNone/>
            </a:pPr>
            <a:r>
              <a:rPr lang="en-US"/>
              <a:t>Hoe </a:t>
            </a:r>
            <a:r>
              <a:rPr b="1" lang="en-US" u="sng"/>
              <a:t>maak</a:t>
            </a:r>
            <a:r>
              <a:rPr lang="en-US"/>
              <a:t> je een biologietoets?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/>
          <p:nvPr>
            <p:ph idx="1" type="body"/>
          </p:nvPr>
        </p:nvSpPr>
        <p:spPr>
          <a:xfrm>
            <a:off x="457199" y="2057390"/>
            <a:ext cx="8419500" cy="39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ts val="2000"/>
              <a:buChar char="◼"/>
            </a:pPr>
            <a:r>
              <a:rPr lang="en-US"/>
              <a:t>Een biologietoets begint meestal met een vak met een </a:t>
            </a:r>
            <a:br>
              <a:rPr lang="en-US"/>
            </a:br>
            <a:r>
              <a:rPr lang="en-US"/>
              <a:t>inleidende tekst, zie het voorbeeld hieronder.</a:t>
            </a:r>
            <a:endParaRPr/>
          </a:p>
          <a:p>
            <a:pPr indent="-228600" lvl="0" marL="228600" rtl="0" algn="l">
              <a:spcBef>
                <a:spcPts val="1800"/>
              </a:spcBef>
              <a:spcAft>
                <a:spcPts val="0"/>
              </a:spcAft>
              <a:buSzPts val="2000"/>
              <a:buChar char="◼"/>
            </a:pPr>
            <a:r>
              <a:rPr lang="en-US"/>
              <a:t>Lees deze tekst vlot door: er staat belangrijke informatie!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US"/>
              <a:t>Hoeveel vragen zijn er?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US"/>
              <a:t>Hoeveel tijd heb je?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US"/>
              <a:t>Bij welke vraag of vragen staat het taalteken?</a:t>
            </a:r>
            <a:endParaRPr/>
          </a:p>
        </p:txBody>
      </p:sp>
      <p:sp>
        <p:nvSpPr>
          <p:cNvPr id="228" name="Google Shape;228;p30"/>
          <p:cNvSpPr txBox="1"/>
          <p:nvPr>
            <p:ph type="title"/>
          </p:nvPr>
        </p:nvSpPr>
        <p:spPr>
          <a:xfrm>
            <a:off x="457199" y="914400"/>
            <a:ext cx="6508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Hoe ziet een biologietoets eruit?</a:t>
            </a:r>
            <a:endParaRPr/>
          </a:p>
        </p:txBody>
      </p:sp>
      <p:cxnSp>
        <p:nvCxnSpPr>
          <p:cNvPr id="229" name="Google Shape;229;p30"/>
          <p:cNvCxnSpPr/>
          <p:nvPr/>
        </p:nvCxnSpPr>
        <p:spPr>
          <a:xfrm>
            <a:off x="6535700" y="2571925"/>
            <a:ext cx="2125800" cy="1753200"/>
          </a:xfrm>
          <a:prstGeom prst="bentConnector3">
            <a:avLst>
              <a:gd fmla="val 100004" name="adj1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30" name="Google Shape;23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5600" y="4416507"/>
            <a:ext cx="7100300" cy="244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"/>
          <p:cNvSpPr txBox="1"/>
          <p:nvPr>
            <p:ph idx="1" type="body"/>
          </p:nvPr>
        </p:nvSpPr>
        <p:spPr>
          <a:xfrm>
            <a:off x="457200" y="2057402"/>
            <a:ext cx="8419500" cy="4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1300" lvl="0" marL="228600" rtl="0" algn="l">
              <a:spcBef>
                <a:spcPts val="0"/>
              </a:spcBef>
              <a:spcAft>
                <a:spcPts val="0"/>
              </a:spcAft>
              <a:buSzPts val="2000"/>
              <a:buChar char="◼"/>
            </a:pPr>
            <a:r>
              <a:rPr lang="en-US"/>
              <a:t>Een biologietoets bestaat meestal uit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800"/>
              <a:buChar char="❖"/>
            </a:pPr>
            <a:r>
              <a:rPr lang="en-US"/>
              <a:t>juist/onjuist-vragen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800"/>
              <a:buChar char="❖"/>
            </a:pPr>
            <a:r>
              <a:rPr lang="en-US"/>
              <a:t>open vragen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800"/>
              <a:buChar char="❖"/>
            </a:pPr>
            <a:r>
              <a:rPr lang="en-US"/>
              <a:t>meerkeuzevragen</a:t>
            </a:r>
            <a:endParaRPr/>
          </a:p>
          <a:p>
            <a:pPr indent="-241300" lvl="0" marL="228600" rtl="0" algn="l">
              <a:spcBef>
                <a:spcPts val="1800"/>
              </a:spcBef>
              <a:spcAft>
                <a:spcPts val="0"/>
              </a:spcAft>
              <a:buSzPts val="2000"/>
              <a:buChar char="◼"/>
            </a:pPr>
            <a:r>
              <a:rPr lang="en-US"/>
              <a:t>Een vraag begint meestal met een inleidend stukje tekst. De daadwerkelijke vraag begint op de plek waar het nummer van de vraag staat.</a:t>
            </a:r>
            <a:endParaRPr/>
          </a:p>
          <a:p>
            <a:pPr indent="-241300" lvl="0" marL="228600" rtl="0" algn="l">
              <a:spcBef>
                <a:spcPts val="1800"/>
              </a:spcBef>
              <a:spcAft>
                <a:spcPts val="0"/>
              </a:spcAft>
              <a:buSzPts val="2000"/>
              <a:buChar char="◼"/>
            </a:pPr>
            <a:r>
              <a:rPr lang="en-US"/>
              <a:t>Soms kun je zien hoeveel punten je voor een vraag kunt krijgen.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800"/>
              <a:buChar char="❖"/>
            </a:pPr>
            <a:r>
              <a:rPr lang="en-US"/>
              <a:t>Er staat dan bijvoorbeeld: 2p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800"/>
              <a:buChar char="❖"/>
            </a:pPr>
            <a:r>
              <a:rPr lang="en-US"/>
              <a:t>Bij een </a:t>
            </a:r>
            <a:r>
              <a:rPr b="1" lang="en-US" u="sng"/>
              <a:t>open vraag</a:t>
            </a:r>
            <a:r>
              <a:rPr lang="en-US"/>
              <a:t> met </a:t>
            </a:r>
            <a:r>
              <a:rPr b="1" lang="en-US" u="sng"/>
              <a:t>2p</a:t>
            </a:r>
            <a:r>
              <a:rPr lang="en-US"/>
              <a:t> moet je vaak </a:t>
            </a:r>
            <a:r>
              <a:rPr b="1" lang="en-US" u="sng"/>
              <a:t>twee</a:t>
            </a:r>
            <a:r>
              <a:rPr lang="en-US"/>
              <a:t> dingen noemen of uitleggen!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1"/>
          <p:cNvSpPr txBox="1"/>
          <p:nvPr>
            <p:ph type="title"/>
          </p:nvPr>
        </p:nvSpPr>
        <p:spPr>
          <a:xfrm>
            <a:off x="457199" y="914400"/>
            <a:ext cx="6508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Hoe is en biologietoets opgebouwd?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 txBox="1"/>
          <p:nvPr>
            <p:ph idx="1" type="body"/>
          </p:nvPr>
        </p:nvSpPr>
        <p:spPr>
          <a:xfrm>
            <a:off x="457200" y="2057401"/>
            <a:ext cx="8419500" cy="12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1300" lvl="0" marL="228600" rtl="0" algn="l">
              <a:spcBef>
                <a:spcPts val="0"/>
              </a:spcBef>
              <a:spcAft>
                <a:spcPts val="0"/>
              </a:spcAft>
              <a:buSzPts val="2000"/>
              <a:buChar char="◼"/>
            </a:pPr>
            <a:r>
              <a:rPr lang="en-US"/>
              <a:t>Bij sommige vragen heb je een afbeelding nodig.</a:t>
            </a:r>
            <a:endParaRPr/>
          </a:p>
          <a:p>
            <a:pPr indent="-228600" lvl="1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-US"/>
              <a:t>Elke afbeelding op de toets heeft een nummer. </a:t>
            </a:r>
            <a:endParaRPr/>
          </a:p>
          <a:p>
            <a:pPr indent="-228600" lvl="1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-US"/>
              <a:t>Zorg dat je naar de goede afbeelding kijkt!</a:t>
            </a:r>
            <a:endParaRPr/>
          </a:p>
        </p:txBody>
      </p:sp>
      <p:sp>
        <p:nvSpPr>
          <p:cNvPr id="242" name="Google Shape;242;p32"/>
          <p:cNvSpPr txBox="1"/>
          <p:nvPr>
            <p:ph type="title"/>
          </p:nvPr>
        </p:nvSpPr>
        <p:spPr>
          <a:xfrm>
            <a:off x="457199" y="914400"/>
            <a:ext cx="6508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Een </a:t>
            </a:r>
            <a:r>
              <a:rPr b="1" lang="en-US"/>
              <a:t>biologietoets heeft vaak afbeeldingen</a:t>
            </a:r>
            <a:endParaRPr/>
          </a:p>
        </p:txBody>
      </p:sp>
      <p:pic>
        <p:nvPicPr>
          <p:cNvPr id="243" name="Google Shape;24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252" y="3280875"/>
            <a:ext cx="8354575" cy="297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>
            <p:ph idx="1" type="body"/>
          </p:nvPr>
        </p:nvSpPr>
        <p:spPr>
          <a:xfrm>
            <a:off x="457200" y="2057398"/>
            <a:ext cx="8419500" cy="39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1300" lvl="0" marL="228600" rtl="0" algn="l">
              <a:spcBef>
                <a:spcPts val="0"/>
              </a:spcBef>
              <a:spcAft>
                <a:spcPts val="0"/>
              </a:spcAft>
              <a:buSzPts val="2000"/>
              <a:buChar char="◼"/>
            </a:pPr>
            <a:r>
              <a:rPr lang="en-US"/>
              <a:t>Vaak komt er op de toets een juist/onjuist-vraag.</a:t>
            </a:r>
            <a:endParaRPr/>
          </a:p>
          <a:p>
            <a:pPr indent="-228600" lvl="1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-US"/>
              <a:t>Hier moet je van </a:t>
            </a:r>
            <a:r>
              <a:rPr i="1" lang="en-US" u="sng"/>
              <a:t>elke</a:t>
            </a:r>
            <a:r>
              <a:rPr lang="en-US"/>
              <a:t> uitspraak aangeven of hij goed of fout is. </a:t>
            </a:r>
            <a:endParaRPr/>
          </a:p>
          <a:p>
            <a:pPr indent="-228600" lvl="1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-US"/>
              <a:t>De verschillende uitspraken worden met kleine letters  </a:t>
            </a:r>
            <a:r>
              <a:rPr b="1" lang="en-US"/>
              <a:t>a, b, c,</a:t>
            </a:r>
            <a:r>
              <a:rPr lang="en-US"/>
              <a:t> etc of met getallen </a:t>
            </a:r>
            <a:r>
              <a:rPr b="1" lang="en-US"/>
              <a:t>1, 2, 3,</a:t>
            </a:r>
            <a:r>
              <a:rPr lang="en-US"/>
              <a:t> etc aangegeven. </a:t>
            </a:r>
            <a:endParaRPr/>
          </a:p>
          <a:p>
            <a:pPr indent="-241300" lvl="0" marL="228600" rtl="0" algn="l">
              <a:spcBef>
                <a:spcPts val="1800"/>
              </a:spcBef>
              <a:spcAft>
                <a:spcPts val="0"/>
              </a:spcAft>
              <a:buSzPts val="2000"/>
              <a:buChar char="◼"/>
            </a:pPr>
            <a:r>
              <a:rPr lang="en-US"/>
              <a:t>Noteer je antwoord dan als volgt:</a:t>
            </a:r>
            <a:br>
              <a:rPr lang="en-US"/>
            </a:br>
            <a:r>
              <a:rPr b="1" lang="en-US"/>
              <a:t>a)</a:t>
            </a:r>
            <a:r>
              <a:rPr lang="en-US"/>
              <a:t> Juist</a:t>
            </a:r>
            <a:br>
              <a:rPr lang="en-US"/>
            </a:br>
            <a:r>
              <a:rPr b="1" lang="en-US"/>
              <a:t>b)</a:t>
            </a:r>
            <a:r>
              <a:rPr lang="en-US"/>
              <a:t> Juist</a:t>
            </a:r>
            <a:br>
              <a:rPr lang="en-US"/>
            </a:br>
            <a:r>
              <a:rPr b="1" lang="en-US"/>
              <a:t>c) </a:t>
            </a:r>
            <a:r>
              <a:rPr lang="en-US"/>
              <a:t>Onjuist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3"/>
          <p:cNvSpPr txBox="1"/>
          <p:nvPr>
            <p:ph type="title"/>
          </p:nvPr>
        </p:nvSpPr>
        <p:spPr>
          <a:xfrm>
            <a:off x="457199" y="914400"/>
            <a:ext cx="6508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Juist/onjuist-vragen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/>
          </a:p>
        </p:txBody>
      </p:sp>
      <p:pic>
        <p:nvPicPr>
          <p:cNvPr id="250" name="Google Shape;25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075" y="5303025"/>
            <a:ext cx="8546625" cy="1480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81981" y="3093376"/>
            <a:ext cx="1957400" cy="220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4"/>
          <p:cNvSpPr txBox="1"/>
          <p:nvPr>
            <p:ph idx="1" type="body"/>
          </p:nvPr>
        </p:nvSpPr>
        <p:spPr>
          <a:xfrm>
            <a:off x="457200" y="2057399"/>
            <a:ext cx="8419500" cy="36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◼"/>
            </a:pPr>
            <a:r>
              <a:rPr lang="en-US"/>
              <a:t>Bij een open vraag formuleer je zelf een antwoord.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◼"/>
            </a:pPr>
            <a:r>
              <a:rPr lang="en-US"/>
              <a:t>Als er staat: “leg uit”, moet je je antwoord ook echt uitleggen.</a:t>
            </a:r>
            <a:endParaRPr/>
          </a:p>
          <a:p>
            <a:pPr indent="-22860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❖"/>
            </a:pPr>
            <a:r>
              <a:rPr lang="en-US"/>
              <a:t>Wees daarbij volledig!</a:t>
            </a:r>
            <a:endParaRPr/>
          </a:p>
          <a:p>
            <a:pPr indent="-22860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❖"/>
            </a:pPr>
            <a:r>
              <a:rPr lang="en-US"/>
              <a:t>Vaak moet er in je antwoord iets staan van ‘</a:t>
            </a:r>
            <a:r>
              <a:rPr i="1" lang="en-US"/>
              <a:t>omdat</a:t>
            </a:r>
            <a:r>
              <a:rPr lang="en-US"/>
              <a:t>’ of ‘</a:t>
            </a:r>
            <a:r>
              <a:rPr i="1" lang="en-US"/>
              <a:t>want</a:t>
            </a:r>
            <a:r>
              <a:rPr lang="en-US"/>
              <a:t>’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◼"/>
            </a:pPr>
            <a:r>
              <a:rPr lang="en-US"/>
              <a:t>Voorbeeld van een vraag en goed antwoord:</a:t>
            </a:r>
            <a:endParaRPr/>
          </a:p>
          <a:p>
            <a:pPr indent="-11430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-11430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-11430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1430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1430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4"/>
          <p:cNvSpPr txBox="1"/>
          <p:nvPr>
            <p:ph type="title"/>
          </p:nvPr>
        </p:nvSpPr>
        <p:spPr>
          <a:xfrm>
            <a:off x="457199" y="914400"/>
            <a:ext cx="6508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Open </a:t>
            </a:r>
            <a:r>
              <a:rPr b="1" lang="en-US"/>
              <a:t>vragen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/>
          </a:p>
        </p:txBody>
      </p:sp>
      <p:sp>
        <p:nvSpPr>
          <p:cNvPr id="258" name="Google Shape;258;p34"/>
          <p:cNvSpPr txBox="1"/>
          <p:nvPr>
            <p:ph idx="1" type="body"/>
          </p:nvPr>
        </p:nvSpPr>
        <p:spPr>
          <a:xfrm>
            <a:off x="225175" y="5305975"/>
            <a:ext cx="8736300" cy="10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❖"/>
            </a:pPr>
            <a:r>
              <a:rPr lang="en-US"/>
              <a:t>Celia kan zien dat Henk vrolijk wordt van muziek spelen</a:t>
            </a:r>
            <a:r>
              <a:rPr lang="en-US"/>
              <a:t> </a:t>
            </a:r>
            <a:r>
              <a:rPr b="1" i="1" lang="en-US"/>
              <a:t>(herhaling vraag)</a:t>
            </a:r>
            <a:br>
              <a:rPr lang="en-US"/>
            </a:br>
            <a:r>
              <a:rPr i="1" lang="en-US" u="sng"/>
              <a:t>omdat</a:t>
            </a:r>
            <a:r>
              <a:rPr lang="en-US"/>
              <a:t> Henk lacht als hij muziek maakt. </a:t>
            </a:r>
            <a:r>
              <a:rPr b="1" i="1" lang="en-US"/>
              <a:t>(1pt)</a:t>
            </a:r>
            <a:br>
              <a:rPr lang="en-US"/>
            </a:br>
            <a:r>
              <a:rPr lang="en-US"/>
              <a:t>Mensen die lachen zijn vaak vrolijk. </a:t>
            </a:r>
            <a:r>
              <a:rPr b="1" i="1" lang="en-US"/>
              <a:t>(1pt)</a:t>
            </a:r>
            <a:endParaRPr b="1"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9" name="Google Shape;25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425" y="4341975"/>
            <a:ext cx="8577126" cy="84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5"/>
          <p:cNvSpPr txBox="1"/>
          <p:nvPr>
            <p:ph idx="1" type="body"/>
          </p:nvPr>
        </p:nvSpPr>
        <p:spPr>
          <a:xfrm>
            <a:off x="457200" y="2057401"/>
            <a:ext cx="8419500" cy="12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1300" lvl="0" marL="228600" rtl="0" algn="l">
              <a:spcBef>
                <a:spcPts val="0"/>
              </a:spcBef>
              <a:spcAft>
                <a:spcPts val="0"/>
              </a:spcAft>
              <a:buSzPts val="2000"/>
              <a:buChar char="◼"/>
            </a:pPr>
            <a:r>
              <a:rPr lang="en-US"/>
              <a:t>Als de vraag een meerkeuzevraag is, zie je dat aan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800"/>
              <a:buChar char="❖"/>
            </a:pPr>
            <a:r>
              <a:rPr lang="en-US"/>
              <a:t>het rijtje met keuzeantwoorden direct onder de vraag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800"/>
              <a:buChar char="❖"/>
            </a:pPr>
            <a:r>
              <a:rPr lang="en-US"/>
              <a:t>voor elk keuzeantwoord staat een HOOFDLETTER </a:t>
            </a:r>
            <a:r>
              <a:rPr b="1" lang="en-US"/>
              <a:t>A, B, C,</a:t>
            </a:r>
            <a:r>
              <a:rPr lang="en-US"/>
              <a:t> etc</a:t>
            </a:r>
            <a:endParaRPr/>
          </a:p>
          <a:p>
            <a:pPr indent="-241300" lvl="0" marL="228600" rtl="0" algn="l">
              <a:spcBef>
                <a:spcPts val="1800"/>
              </a:spcBef>
              <a:spcAft>
                <a:spcPts val="0"/>
              </a:spcAft>
              <a:buSzPts val="2000"/>
              <a:buChar char="◼"/>
            </a:pPr>
            <a:r>
              <a:rPr lang="en-US"/>
              <a:t>Je kiest altijd </a:t>
            </a:r>
            <a:r>
              <a:rPr b="1" lang="en-US" sz="3200"/>
              <a:t>één</a:t>
            </a:r>
            <a:r>
              <a:rPr lang="en-US"/>
              <a:t> antwoord! Dus niet twee of nog meer…!!</a:t>
            </a:r>
            <a:endParaRPr/>
          </a:p>
          <a:p>
            <a:pPr indent="-241300" lvl="0" marL="228600" rtl="0" algn="l">
              <a:spcBef>
                <a:spcPts val="1800"/>
              </a:spcBef>
              <a:spcAft>
                <a:spcPts val="0"/>
              </a:spcAft>
              <a:buSzPts val="2000"/>
              <a:buChar char="◼"/>
            </a:pPr>
            <a:r>
              <a:rPr lang="en-US"/>
              <a:t>Schrijf alleen de HOOFDLETTER van jouw keuze op (dus niet de kleine letter). Je schrijft dus niet het hele antwoord over!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35"/>
          <p:cNvSpPr txBox="1"/>
          <p:nvPr>
            <p:ph type="title"/>
          </p:nvPr>
        </p:nvSpPr>
        <p:spPr>
          <a:xfrm>
            <a:off x="457199" y="914400"/>
            <a:ext cx="6508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De meerkeuzevraag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/>
          </a:p>
        </p:txBody>
      </p:sp>
      <p:pic>
        <p:nvPicPr>
          <p:cNvPr id="266" name="Google Shape;26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4791076"/>
            <a:ext cx="6724650" cy="20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6"/>
          <p:cNvSpPr txBox="1"/>
          <p:nvPr>
            <p:ph idx="1" type="body"/>
          </p:nvPr>
        </p:nvSpPr>
        <p:spPr>
          <a:xfrm>
            <a:off x="457200" y="2057400"/>
            <a:ext cx="8049600" cy="12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ts val="2000"/>
              <a:buChar char="◼"/>
            </a:pPr>
            <a:r>
              <a:rPr lang="en-US"/>
              <a:t>En speciaal soort meerkeuzevraag staat hieronder. Ook bij deze  vraag is er maar één antwoord goed en moet je kiezen uit </a:t>
            </a:r>
            <a:r>
              <a:rPr b="1" lang="en-US"/>
              <a:t>A, B, C ,</a:t>
            </a:r>
            <a:r>
              <a:rPr lang="en-US"/>
              <a:t> etc.</a:t>
            </a:r>
            <a:endParaRPr b="1"/>
          </a:p>
        </p:txBody>
      </p:sp>
      <p:sp>
        <p:nvSpPr>
          <p:cNvPr id="272" name="Google Shape;272;p36"/>
          <p:cNvSpPr txBox="1"/>
          <p:nvPr>
            <p:ph type="title"/>
          </p:nvPr>
        </p:nvSpPr>
        <p:spPr>
          <a:xfrm>
            <a:off x="457199" y="914400"/>
            <a:ext cx="6508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De speciale meerkeuzevraag</a:t>
            </a:r>
            <a:endParaRPr b="1"/>
          </a:p>
        </p:txBody>
      </p:sp>
      <p:pic>
        <p:nvPicPr>
          <p:cNvPr id="273" name="Google Shape;27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3314925"/>
            <a:ext cx="8472450" cy="189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7"/>
          <p:cNvSpPr txBox="1"/>
          <p:nvPr>
            <p:ph idx="1" type="body"/>
          </p:nvPr>
        </p:nvSpPr>
        <p:spPr>
          <a:xfrm>
            <a:off x="457200" y="2057401"/>
            <a:ext cx="8419500" cy="12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ts val="2000"/>
              <a:buChar char="◼"/>
            </a:pPr>
            <a:r>
              <a:rPr lang="en-US"/>
              <a:t>Kijk voordat je begint vlot de hele toets door.</a:t>
            </a:r>
            <a:endParaRPr/>
          </a:p>
          <a:p>
            <a:pPr indent="-228600" lvl="0" marL="228600" rtl="0" algn="l">
              <a:spcBef>
                <a:spcPts val="1800"/>
              </a:spcBef>
              <a:spcAft>
                <a:spcPts val="0"/>
              </a:spcAft>
              <a:buSzPts val="2000"/>
              <a:buChar char="◼"/>
            </a:pPr>
            <a:r>
              <a:rPr lang="en-US"/>
              <a:t>Geef altijd antwoord op een meerkeuzevraag of op een juist/onjuist-vraag (gewoon gokken als je het niet weet)</a:t>
            </a:r>
            <a:endParaRPr/>
          </a:p>
          <a:p>
            <a:pPr indent="-228600" lvl="0" marL="228600" rtl="0" algn="l">
              <a:spcBef>
                <a:spcPts val="1800"/>
              </a:spcBef>
              <a:spcAft>
                <a:spcPts val="0"/>
              </a:spcAft>
              <a:buSzPts val="2000"/>
              <a:buChar char="◼"/>
            </a:pPr>
            <a:r>
              <a:rPr lang="en-US"/>
              <a:t>Sla een regel over tussen de antwoorden, dan zie je sneller als je iets vergeten bent.</a:t>
            </a:r>
            <a:endParaRPr/>
          </a:p>
          <a:p>
            <a:pPr indent="-228600" lvl="0" marL="228600" rtl="0" algn="l">
              <a:spcBef>
                <a:spcPts val="1800"/>
              </a:spcBef>
              <a:spcAft>
                <a:spcPts val="0"/>
              </a:spcAft>
              <a:buSzPts val="2000"/>
              <a:buChar char="◼"/>
            </a:pPr>
            <a:r>
              <a:rPr lang="en-US"/>
              <a:t>Als je een vraag overslaat, zet er dan een * bij, dan kun je makkelijk zien dat je deze vraag nog moet maken.</a:t>
            </a:r>
            <a:endParaRPr/>
          </a:p>
          <a:p>
            <a:pPr indent="-228600" lvl="0" marL="228600" rtl="0" algn="l">
              <a:spcBef>
                <a:spcPts val="1800"/>
              </a:spcBef>
              <a:spcAft>
                <a:spcPts val="0"/>
              </a:spcAft>
              <a:buSzPts val="2000"/>
              <a:buChar char="◼"/>
            </a:pPr>
            <a:r>
              <a:rPr lang="en-US"/>
              <a:t>Check of je bij alle uitlegvragen een uitleg hebt gegeven.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7"/>
          <p:cNvSpPr txBox="1"/>
          <p:nvPr>
            <p:ph type="title"/>
          </p:nvPr>
        </p:nvSpPr>
        <p:spPr>
          <a:xfrm>
            <a:off x="457199" y="914400"/>
            <a:ext cx="6508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Laatste tips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8"/>
          <p:cNvSpPr txBox="1"/>
          <p:nvPr>
            <p:ph type="title"/>
          </p:nvPr>
        </p:nvSpPr>
        <p:spPr>
          <a:xfrm>
            <a:off x="457199" y="914400"/>
            <a:ext cx="6508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SUCCES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/>
          </a:p>
        </p:txBody>
      </p:sp>
      <p:pic>
        <p:nvPicPr>
          <p:cNvPr id="285" name="Google Shape;28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137" y="1229050"/>
            <a:ext cx="6394625" cy="543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laza">
  <a:themeElements>
    <a:clrScheme name="Plaza">
      <a:dk1>
        <a:srgbClr val="000000"/>
      </a:dk1>
      <a:lt1>
        <a:srgbClr val="FFFFFF"/>
      </a:lt1>
      <a:dk2>
        <a:srgbClr val="333333"/>
      </a:dk2>
      <a:lt2>
        <a:srgbClr val="CCCCCC"/>
      </a:lt2>
      <a:accent1>
        <a:srgbClr val="990000"/>
      </a:accent1>
      <a:accent2>
        <a:srgbClr val="580101"/>
      </a:accent2>
      <a:accent3>
        <a:srgbClr val="E94A00"/>
      </a:accent3>
      <a:accent4>
        <a:srgbClr val="EB8F00"/>
      </a:accent4>
      <a:accent5>
        <a:srgbClr val="A4A4A4"/>
      </a:accent5>
      <a:accent6>
        <a:srgbClr val="666666"/>
      </a:accent6>
      <a:hlink>
        <a:srgbClr val="D01010"/>
      </a:hlink>
      <a:folHlink>
        <a:srgbClr val="E6682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